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ccent_band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_line"/>
          <p:cNvSpPr txBox="1"/>
          <p:nvPr/>
        </p:nvSpPr>
        <p:spPr>
          <a:xfrm>
            <a:off x="731520" y="640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{title_line}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31520" y="2834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{subtitle}</a:t>
            </a:r>
          </a:p>
        </p:txBody>
      </p:sp>
      <p:sp>
        <p:nvSpPr>
          <p:cNvPr id="5" name="test_banner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ccent_bar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ading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{heading}</a:t>
            </a:r>
          </a:p>
        </p:txBody>
      </p:sp>
      <p:sp>
        <p:nvSpPr>
          <p:cNvPr id="4" name="hook"/>
          <p:cNvSpPr txBox="1"/>
          <p:nvPr/>
        </p:nvSpPr>
        <p:spPr>
          <a:xfrm>
            <a:off x="731520" y="15544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{hook}</a:t>
            </a:r>
          </a:p>
        </p:txBody>
      </p:sp>
      <p:sp>
        <p:nvSpPr>
          <p:cNvPr id="5" name="story"/>
          <p:cNvSpPr txBox="1"/>
          <p:nvPr/>
        </p:nvSpPr>
        <p:spPr>
          <a:xfrm>
            <a:off x="731520" y="283464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{story}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ccent_bar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ading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{heading}</a:t>
            </a:r>
          </a:p>
        </p:txBody>
      </p:sp>
      <p:sp>
        <p:nvSpPr>
          <p:cNvPr id="4" name="fact_1"/>
          <p:cNvSpPr txBox="1"/>
          <p:nvPr/>
        </p:nvSpPr>
        <p:spPr>
          <a:xfrm>
            <a:off x="731520" y="18288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{fact_1}</a:t>
            </a:r>
          </a:p>
        </p:txBody>
      </p:sp>
      <p:sp>
        <p:nvSpPr>
          <p:cNvPr id="5" name="fact_2"/>
          <p:cNvSpPr txBox="1"/>
          <p:nvPr/>
        </p:nvSpPr>
        <p:spPr>
          <a:xfrm>
            <a:off x="6309360" y="18288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{fact_2}</a:t>
            </a:r>
          </a:p>
        </p:txBody>
      </p:sp>
      <p:sp>
        <p:nvSpPr>
          <p:cNvPr id="6" name="fact_3"/>
          <p:cNvSpPr txBox="1"/>
          <p:nvPr/>
        </p:nvSpPr>
        <p:spPr>
          <a:xfrm>
            <a:off x="731520" y="402336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{fact_3}</a:t>
            </a:r>
          </a:p>
        </p:txBody>
      </p:sp>
      <p:sp>
        <p:nvSpPr>
          <p:cNvPr id="7" name="fact_4"/>
          <p:cNvSpPr txBox="1"/>
          <p:nvPr/>
        </p:nvSpPr>
        <p:spPr>
          <a:xfrm>
            <a:off x="6309360" y="402336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{fact_4}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ccent_bar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ading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{heading}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731520" y="1645920"/>
            <a:ext cx="10698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{bullets}</a:t>
            </a:r>
          </a:p>
        </p:txBody>
      </p:sp>
      <p:sp>
        <p:nvSpPr>
          <p:cNvPr id="5" name="proof_note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{proof_note}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ccent_bar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ading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{heading}</a:t>
            </a:r>
          </a:p>
        </p:txBody>
      </p:sp>
      <p:sp>
        <p:nvSpPr>
          <p:cNvPr id="4" name="table_anchor"/>
          <p:cNvSpPr txBox="1"/>
          <p:nvPr/>
        </p:nvSpPr>
        <p:spPr>
          <a:xfrm>
            <a:off x="731520" y="164592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</a:p>
        </p:txBody>
      </p:sp>
      <p:sp>
        <p:nvSpPr>
          <p:cNvPr id="5" name="pricing_note"/>
          <p:cNvSpPr txBox="1"/>
          <p:nvPr/>
        </p:nvSpPr>
        <p:spPr>
          <a:xfrm>
            <a:off x="731520" y="58521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{pricing_note}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ccent_band"/>
          <p:cNvSpPr/>
          <p:nvPr/>
        </p:nvSpPr>
        <p:spPr>
          <a:xfrm>
            <a:off x="0" y="2194560"/>
            <a:ext cx="12191695" cy="201168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ta_line"/>
          <p:cNvSpPr txBox="1"/>
          <p:nvPr/>
        </p:nvSpPr>
        <p:spPr>
          <a:xfrm>
            <a:off x="731520" y="24688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{cta_line}</a:t>
            </a:r>
          </a:p>
        </p:txBody>
      </p:sp>
      <p:sp>
        <p:nvSpPr>
          <p:cNvPr id="4" name="contact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{contact}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